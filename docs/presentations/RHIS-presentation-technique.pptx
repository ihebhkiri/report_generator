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expliquer les frontières de responsabilité et les flux critiques du système, puis montrer comment le mode manuel et le mode LLM convergent vers le même pipeline sécurisé.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besoin ne consiste pas seulement à produire un fichier. Il faut contrôler quelles tables et colonnes sont visibles, valider la définition, puis isoler chaque génération par utilisateur.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routes Angular, services de reporting, DataSetAdministrationController et documentation RHIS/docs/flows. Le brouillon manuel reste uniquement dans sessionStorage.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modèle est un participant externe, pas une source d’autorité. Les données métier ne quittent pas le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app.routes.ts, rapports.routes.ts, ConfigurationComponent, ExportComponent, ReportDraftStorageService et services HTTP associés.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ReportDefinitionResolver constitue le point de convergence. La génération et les exports sont dispatchés après commit afin d’éviter qu’un worker lise un job non validé.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diagramme se limite aux entités utiles au reporting. Les tables métier sont nombreuses; leurs foreign keys alimentent la découverte des relations via information_schema.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 réel : /rapports, /rapports/configuration/:datasetId, puis /rapports/export/:generationId.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génération produit un snapshot complet. Un export ne démarre que si la génération est READY. Les métadonnées restent en base, les fichiers expirent et le cleanup les supprime.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XKiro est configuré comme endpoint compatible OpenAI. Le nom du modèle courant est qwen/qwen3-max:free. READY dans la réponse bot signifie que le plan est validé et que le job a été créé, pas que le fichier est déjà disponible.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backend protège datasets, reports, générations, exports et bot par authenticated(). Les endpoints admin utilisent le rôle ADMIN. La désactivation CSRF constitue un point à reconsidérer avec une authentification par cookies.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choix d’un worker in-process convient au périmètre actuel mais limite la montée en charge horizontale. Les décisions présentées correspondent aux classes ReportDefinitionResolver, ReportSqlBuilder, ReportGenerationService et aux workers.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par une démonstration concrète. Les améliorations proposées restent conditionnelles : externaliser le secret est immédiat; le stockage objet et la queue externe deviennent utiles avec un déploiement multi-instance ou une charge mesurée.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82880"/>
            <a:ext cx="3749040" cy="3749040"/>
          </a:xfrm>
          <a:prstGeom prst="ellipse">
            <a:avLst/>
          </a:prstGeom>
          <a:solidFill>
            <a:srgbClr val="00A6A6">
              <a:alpha val="20000"/>
            </a:srgbClr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3703320"/>
            <a:ext cx="2423160" cy="2423160"/>
          </a:xfrm>
          <a:prstGeom prst="ellipse">
            <a:avLst/>
          </a:prstGeom>
          <a:solidFill>
            <a:srgbClr val="5AD8C1">
              <a:alpha val="16000"/>
            </a:srgbClr>
          </a:solidFill>
          <a:ln w="12700">
            <a:solidFill>
              <a:srgbClr val="5AD8C1">
                <a:alpha val="0"/>
              </a:srgbClr>
            </a:solidFill>
            <a:prstDash val="solid"/>
          </a:ln>
        </p:spPr>
      </p:sp>
      <p:pic>
        <p:nvPicPr>
          <p:cNvPr id="4" name="Image 0" descr="C:\Users\Surface Pro\Downloads\RHIS\Frontend\Rhis_report_gen\public\rhis-solution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0020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RHIS Report Generator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94944" y="276148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8E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génération de rapports et assistant LLM contrôlé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94944" y="37307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AD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20, Spring Boot 4.1, PostgreSQL, XKiro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4944" y="5925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9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technique, 15 minutes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 métier et objectif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les données RH exploitables sans exposer la complexité SQL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172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dépendants de requêtes techniques, peu réutilisables et difficiles à sécuriser.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160520" y="2514600"/>
            <a:ext cx="105156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440680" y="1508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RHIS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40680" y="192024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L’utilisateur choisit des données métier, configure le résultat et télécharge un fichier validé par le backend.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440680" y="3977640"/>
            <a:ext cx="5212080" cy="960120"/>
          </a:xfrm>
          <a:prstGeom prst="roundRect">
            <a:avLst>
              <a:gd name="adj" fmla="val 11429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4160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entrées, une seule chaîne de confiance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715000" y="44805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manuelle  +  langage naturel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fonctionnel réel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présentes dans le code courant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618488"/>
            <a:ext cx="310896" cy="310896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5819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manuel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2075688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principal et sources liées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Colonnes, filtres et tris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avant génération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70832" y="14173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618488"/>
            <a:ext cx="310896" cy="310896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92624" y="15819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naturel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075688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en français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 si nécessaire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structuré validé côté serveur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083296" y="14173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1618488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05088" y="15819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84464" y="2075688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des datasets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Exposition principale ou liée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Visibilité des champs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1554480" y="3977640"/>
            <a:ext cx="9052560" cy="0"/>
          </a:xfrm>
          <a:prstGeom prst="line">
            <a:avLst/>
          </a:prstGeom>
          <a:noFill/>
          <a:ln w="25400">
            <a:solidFill>
              <a:srgbClr val="CFD8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730752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4407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4736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limitée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0" y="3730752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29000" y="4407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54680" y="4736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asynchrone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3730752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72200" y="4407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97880" y="4736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ou XLSX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44000" y="3730752"/>
            <a:ext cx="502920" cy="50292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915400" y="4407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Téléchargement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41080" y="4736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owner-scoped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97280" y="565099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aujourd’hui : templates partagés persistants, historique conversationnel, worker externe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globale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frontières limitent la confiance accordée à chaque entrée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22585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20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0664" y="2606040"/>
            <a:ext cx="1719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components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+ RxJS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63240" y="1828800"/>
            <a:ext cx="2331720" cy="1874520"/>
          </a:xfrm>
          <a:prstGeom prst="roundRect">
            <a:avLst>
              <a:gd name="adj" fmla="val 4878"/>
            </a:avLst>
          </a:prstGeom>
          <a:solidFill>
            <a:srgbClr val="EAF1F8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9544" y="19385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Spring Boot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209544" y="2286000"/>
            <a:ext cx="203911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SecurityFilterChain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REST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métier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132588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14356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35624" y="1783080"/>
            <a:ext cx="1719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Catalogue, jobs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données RH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315468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32644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135624" y="3611880"/>
            <a:ext cx="1719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et exports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temporaires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32520" y="214884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8824" y="22585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XKiro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78824" y="2606040"/>
            <a:ext cx="1901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compatible OpenAI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qwen/qwen3-max:free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06040" y="2761488"/>
            <a:ext cx="45720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94960" y="2331720"/>
            <a:ext cx="594360" cy="-411480"/>
          </a:xfrm>
          <a:prstGeom prst="line">
            <a:avLst/>
          </a:prstGeom>
          <a:noFill/>
          <a:ln w="2540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94960" y="3200400"/>
            <a:ext cx="594360" cy="411480"/>
          </a:xfrm>
          <a:prstGeom prst="line">
            <a:avLst/>
          </a:prstGeom>
          <a:noFill/>
          <a:ln w="2540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32520" y="2761488"/>
            <a:ext cx="-73152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578608" y="233172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+ cookies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30368" y="15727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+ JDBC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73568" y="2331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74520" y="4983480"/>
            <a:ext cx="8366760" cy="658368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514807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backend construit le SQL et décide si une définition peut être exécutée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frontend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local explicite, orchestration asynchrone avec RxJS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353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et shell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20440" y="135331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loading par feature, layout partagé, guard ADMIN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9264" y="1810512"/>
            <a:ext cx="0" cy="384048"/>
          </a:xfrm>
          <a:prstGeom prst="line">
            <a:avLst/>
          </a:prstGeom>
          <a:noFill/>
          <a:ln w="19050">
            <a:solidFill>
              <a:srgbClr val="CFD8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249424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1762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métier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217627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Sources, configuration, export, assistant, administration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9264" y="2633472"/>
            <a:ext cx="0" cy="384048"/>
          </a:xfrm>
          <a:prstGeom prst="line">
            <a:avLst/>
          </a:prstGeom>
          <a:noFill/>
          <a:ln w="19050">
            <a:solidFill>
              <a:srgbClr val="CFD8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072384"/>
            <a:ext cx="384048" cy="384048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29992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 ciblés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20440" y="2999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 de colonnes, filtres, tris, preview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9264" y="3456432"/>
            <a:ext cx="0" cy="384048"/>
          </a:xfrm>
          <a:prstGeom prst="line">
            <a:avLst/>
          </a:prstGeom>
          <a:noFill/>
          <a:ln w="19050">
            <a:solidFill>
              <a:srgbClr val="CFD8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895344"/>
            <a:ext cx="384048" cy="384048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38221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HTTP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520440" y="382219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Contrats typés, withCredentials, polling génération/export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9264" y="4279392"/>
            <a:ext cx="0" cy="384048"/>
          </a:xfrm>
          <a:prstGeom prst="line">
            <a:avLst/>
          </a:prstGeom>
          <a:noFill/>
          <a:ln w="19050">
            <a:solidFill>
              <a:srgbClr val="CFD8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718304"/>
            <a:ext cx="384048" cy="384048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4645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520440" y="464515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et computed pour l’UI, sessionStorage pour le brouillon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01000" y="5394960"/>
            <a:ext cx="3108960" cy="594360"/>
          </a:xfrm>
          <a:prstGeom prst="roundRect">
            <a:avLst>
              <a:gd name="adj" fmla="val 18462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5559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RxJS : HTTP, debounce, cancellation, retry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backend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définition résolue alimente preview, génération et assistant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207568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0664" y="2423160"/>
            <a:ext cx="1399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principal, statuts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2670048"/>
            <a:ext cx="640080" cy="0"/>
          </a:xfrm>
          <a:prstGeom prst="line">
            <a:avLst/>
          </a:prstGeom>
          <a:noFill/>
          <a:ln w="2286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207568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72384" y="2423160"/>
            <a:ext cx="1399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et transactions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2670048"/>
            <a:ext cx="640080" cy="0"/>
          </a:xfrm>
          <a:prstGeom prst="line">
            <a:avLst/>
          </a:prstGeom>
          <a:noFill/>
          <a:ln w="2286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04104" y="207568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04104" y="2423160"/>
            <a:ext cx="1399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catalogue, types, joins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9440" y="2670048"/>
            <a:ext cx="640080" cy="0"/>
          </a:xfrm>
          <a:prstGeom prst="line">
            <a:avLst/>
          </a:prstGeom>
          <a:noFill/>
          <a:ln w="2286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207568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/ workers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735824" y="2423160"/>
            <a:ext cx="1399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JDBC, snapshots, exports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81160" y="2670048"/>
            <a:ext cx="640080" cy="0"/>
          </a:xfrm>
          <a:prstGeom prst="line">
            <a:avLst/>
          </a:prstGeom>
          <a:noFill/>
          <a:ln w="2286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921240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67544" y="207568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067544" y="2423160"/>
            <a:ext cx="1399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filesystem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4251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chemins réutilisent les mêmes invariants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31520" y="4892040"/>
            <a:ext cx="402336" cy="402336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92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4818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5166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synchrone, limite de lignes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89120" y="4892040"/>
            <a:ext cx="402336" cy="402336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892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83480" y="4818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83480" y="5166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complet, job asynchrone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46720" y="4892040"/>
            <a:ext cx="402336" cy="402336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4892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641080" y="4818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41080" y="5166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LLM puis validation identique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 et métadonnées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catalogue d’exposition sépare le langage métier des noms SQL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2704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1874520"/>
            <a:ext cx="17647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des générations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17296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86384" y="3520440"/>
            <a:ext cx="17647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ADMIN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0" y="1417320"/>
            <a:ext cx="2240280" cy="1051560"/>
          </a:xfrm>
          <a:prstGeom prst="roundRect">
            <a:avLst>
              <a:gd name="adj" fmla="val 8696"/>
            </a:avLst>
          </a:prstGeom>
          <a:solidFill>
            <a:srgbClr val="EAF1F8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15270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report_generation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803904" y="1874520"/>
            <a:ext cx="1947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definition_json · status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· expiration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2240280" cy="1051560"/>
          </a:xfrm>
          <a:prstGeom prst="roundRect">
            <a:avLst>
              <a:gd name="adj" fmla="val 8696"/>
            </a:avLst>
          </a:prstGeom>
          <a:solidFill>
            <a:srgbClr val="EAF1F8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317296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report_export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803904" y="3520440"/>
            <a:ext cx="1947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· status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file_location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03720" y="141732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0024" y="152704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50024" y="1874520"/>
            <a:ext cx="17647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display_name · source_name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03720" y="306324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0024" y="317296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dataset_fields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50024" y="3520440"/>
            <a:ext cx="17647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· position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· nullable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38360" y="224028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4664" y="235000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RH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884664" y="2697480"/>
            <a:ext cx="15361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employés, contrats,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pointages, absences…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697480" y="1938528"/>
            <a:ext cx="960120" cy="0"/>
          </a:xfrm>
          <a:prstGeom prst="line">
            <a:avLst/>
          </a:prstGeom>
          <a:noFill/>
          <a:ln w="2286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73168" y="2468880"/>
            <a:ext cx="0" cy="594360"/>
          </a:xfrm>
          <a:prstGeom prst="line">
            <a:avLst/>
          </a:prstGeom>
          <a:noFill/>
          <a:ln w="2286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664208" y="2468880"/>
            <a:ext cx="0" cy="594360"/>
          </a:xfrm>
          <a:prstGeom prst="line">
            <a:avLst/>
          </a:prstGeom>
          <a:noFill/>
          <a:ln w="19050">
            <a:solidFill>
              <a:srgbClr val="CFD8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7848" y="2468880"/>
            <a:ext cx="0" cy="59436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61120" y="1938528"/>
            <a:ext cx="777240" cy="54864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337560" y="4892040"/>
            <a:ext cx="56692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50840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keys PostgreSQL, relations autorisées et chemins de jointure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utilisateur principal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étape réduit l’ambiguïté avant l’exécution complète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34440" y="2834640"/>
            <a:ext cx="9601200" cy="0"/>
          </a:xfrm>
          <a:prstGeom prst="line">
            <a:avLst/>
          </a:prstGeom>
          <a:noFill/>
          <a:ln w="38100">
            <a:solidFill>
              <a:srgbClr val="CFD8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2395728"/>
            <a:ext cx="868680" cy="8686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23957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493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39136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principal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relations visibles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84448" y="2395728"/>
            <a:ext cx="868680" cy="8686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23957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3493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17520" y="39136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Colonnes, filtres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tris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16168" y="2395728"/>
            <a:ext cx="868680" cy="8686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23957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49240" y="3493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49240" y="39136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Échantillon limité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erreurs explicites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47888" y="2395728"/>
            <a:ext cx="868680" cy="8686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23957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80960" y="3493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80960" y="39136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owner-scoped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suivi de progression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79608" y="2395728"/>
            <a:ext cx="868680" cy="86868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79608" y="23957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12680" y="3493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012680" y="39136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XLSX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téléchargement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194560" y="5257800"/>
            <a:ext cx="7818120" cy="566928"/>
          </a:xfrm>
          <a:prstGeom prst="roundRect">
            <a:avLst>
              <a:gd name="adj" fmla="val 1935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540410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brouillon local restaure la configuration, mais ne crée pas de template partagé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génération et d’export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transaction précède toujours le travail asynchrone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81328" y="1307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81328" y="163677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IDs, types, opérateurs, joins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7552" y="1847088"/>
            <a:ext cx="0" cy="557784"/>
          </a:xfrm>
          <a:prstGeom prst="line">
            <a:avLst/>
          </a:prstGeom>
          <a:noFill/>
          <a:ln w="19050">
            <a:solidFill>
              <a:srgbClr val="CFD8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04872"/>
            <a:ext cx="502920" cy="502920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81328" y="2386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PENDING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81328" y="271576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 JSON + idempotency key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87552" y="2926080"/>
            <a:ext cx="0" cy="557784"/>
          </a:xfrm>
          <a:prstGeom prst="line">
            <a:avLst/>
          </a:prstGeom>
          <a:noFill/>
          <a:ln w="19050">
            <a:solidFill>
              <a:srgbClr val="CFD8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83864"/>
            <a:ext cx="502920" cy="502920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81328" y="34655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après commit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81328" y="379476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TaskExecutor dans la JVM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005072"/>
            <a:ext cx="0" cy="557784"/>
          </a:xfrm>
          <a:prstGeom prst="line">
            <a:avLst/>
          </a:prstGeom>
          <a:noFill/>
          <a:ln w="19050">
            <a:solidFill>
              <a:srgbClr val="CFD8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62856"/>
            <a:ext cx="502920" cy="502920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81328" y="4544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81328" y="487375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JDBC par lots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00600" y="2880360"/>
            <a:ext cx="91440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89320" y="150876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161848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135624" y="1965960"/>
            <a:ext cx="1719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JasperReports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dynamique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89320" y="333756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344728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135624" y="3794760"/>
            <a:ext cx="1719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POI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32520" y="242316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78824" y="253288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Téléchargement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878824" y="2880360"/>
            <a:ext cx="1947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 état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owner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binaire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01000" y="2057400"/>
            <a:ext cx="731520" cy="731520"/>
          </a:xfrm>
          <a:prstGeom prst="line">
            <a:avLst/>
          </a:prstGeom>
          <a:noFill/>
          <a:ln w="2286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01000" y="3886200"/>
            <a:ext cx="731520" cy="-731520"/>
          </a:xfrm>
          <a:prstGeom prst="line">
            <a:avLst/>
          </a:prstGeom>
          <a:noFill/>
          <a:ln w="2286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961888" y="52578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PENDING, RUNNING, READY ou FAILED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LLM sous contrôle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XKiro propose une définition. Le backend décide si elle est exécutable.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240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1214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autorisé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94944" y="2468880"/>
            <a:ext cx="19476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métier, labels, types, opérateurs et relations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88920" y="2724912"/>
            <a:ext cx="658368" cy="0"/>
          </a:xfrm>
          <a:prstGeom prst="line">
            <a:avLst/>
          </a:prstGeom>
          <a:noFill/>
          <a:ln w="2540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47288" y="2011680"/>
            <a:ext cx="2240280" cy="1417320"/>
          </a:xfrm>
          <a:prstGeom prst="roundRect">
            <a:avLst>
              <a:gd name="adj" fmla="val 6452"/>
            </a:avLst>
          </a:prstGeom>
          <a:solidFill>
            <a:srgbClr val="EAF5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1214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XKiro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93592" y="2468880"/>
            <a:ext cx="19476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 ou question de clarification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87568" y="2724912"/>
            <a:ext cx="658368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45936" y="2011680"/>
            <a:ext cx="2240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214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backend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2468880"/>
            <a:ext cx="19476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complet, identique au parcours manuel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86216" y="2724912"/>
            <a:ext cx="658368" cy="0"/>
          </a:xfrm>
          <a:prstGeom prst="line">
            <a:avLst/>
          </a:prstGeom>
          <a:noFill/>
          <a:ln w="25400">
            <a:solidFill>
              <a:srgbClr val="173F5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44584" y="2011680"/>
            <a:ext cx="2240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21214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existant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90888" y="2468880"/>
            <a:ext cx="19476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du job puis export standard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51560" y="4343400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526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envoyé au modèle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9194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RH, noms SQL, requête SQL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26280" y="4343400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526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limitée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00600" y="49194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second appel, puis échec 422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01000" y="4343400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4526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75320" y="48463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job tant que la demande reste ambiguë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Validation, sécurité et autorisation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contrôles indépendants protègent données et fichiers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61288" y="1554480"/>
            <a:ext cx="640080" cy="640080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85292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en cookies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 pour les APIs métier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93008" y="1554480"/>
            <a:ext cx="640080" cy="640080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285292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pour exposition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datasets et utilisateurs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24728" y="1554480"/>
            <a:ext cx="640080" cy="640080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66360" y="24231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285292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générations et exports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filtrés par owner_id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56448" y="1554480"/>
            <a:ext cx="640080" cy="640080"/>
          </a:xfrm>
          <a:prstGeom prst="ellipse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0" y="24231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Intégrité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0" y="285292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key unique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par utilisateur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488168" y="1554480"/>
            <a:ext cx="640080" cy="6400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8816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29800" y="24231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29800" y="285292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visibles, types, valeurs,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 et chemins de jointure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97280" y="4434840"/>
            <a:ext cx="10012680" cy="1005840"/>
          </a:xfrm>
          <a:prstGeom prst="roundRect">
            <a:avLst>
              <a:gd name="adj" fmla="val 10909"/>
            </a:avLst>
          </a:prstGeom>
          <a:solidFill>
            <a:srgbClr val="FFF0F0"/>
          </a:solidFill>
          <a:ln w="12700">
            <a:solidFill>
              <a:srgbClr val="F5C2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4709160"/>
            <a:ext cx="457200" cy="45720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057400" y="4572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actuel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20440" y="4535424"/>
            <a:ext cx="7178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clé XKiro est présente en clair dans application.yaml. Révocation et variable d’environnement requises avant déploiement.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Décisions techniques et difficultés résolues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choix simples concentrent les règles dans les composants qui les connaissent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 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298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2984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281160" y="1298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réduit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591056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6642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côté serveur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166420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LLM et le navigateur manipulent des IDs métier, jamais du SQL libre.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281160" y="16642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et schéma incontrôlé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505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partagé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2505456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Preview, génération et assistant passent par les mêmes invariants.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81160" y="25054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entre parcours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273552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3467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keys comme graphe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334670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backend cherche un chemin de jointure entre datasets visibles.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81160" y="334670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Jointures codées en dur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41879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avant export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34640" y="418795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et XLSX partent du même résultat stable.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81160" y="41879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différents entre formats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9560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029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in-process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34640" y="502920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TaskExecutor, limites par utilisateur et dispatch après commit.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81160" y="50292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Complexité broker prématurée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et prochaine étape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3232" y="1389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AD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en 4 minutes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365760" cy="36576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et sélection des sources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2624328"/>
            <a:ext cx="365760" cy="36576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57860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+ preview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3328416"/>
            <a:ext cx="365760" cy="36576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2826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et export XLSX/PDF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" y="4032504"/>
            <a:ext cx="365760" cy="36576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98678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équivalente via l’assistant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0" y="1389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C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actuelles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989320" y="192024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01968" y="18745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templates persistants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89320" y="2624328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01968" y="25786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local et jobs dans la JVM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89320" y="3328416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01968" y="32826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refresh Angular automatique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89320" y="4032504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01968" y="39867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d’historique conversationnel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417320" y="5166360"/>
            <a:ext cx="9281160" cy="685800"/>
          </a:xfrm>
          <a:prstGeom prst="roundRect">
            <a:avLst>
              <a:gd name="adj" fmla="val 16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5340096"/>
            <a:ext cx="8641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 : externaliser les secrets, puis découpler les workers lorsque la charge le justifie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51560" y="6144768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9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Évolutions possibles : templates partagés, stockage objet, queue externe, refresh centralisé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RHIS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RHIS Report Generator</dc:title>
  <dc:subject>Architecture et flux techniques du générateur de rapports RHIS</dc:subject>
  <dc:creator>RHIS</dc:creator>
  <cp:lastModifiedBy>RHIS</cp:lastModifiedBy>
  <cp:revision>1</cp:revision>
  <dcterms:created xsi:type="dcterms:W3CDTF">2026-09-05T21:08:52Z</dcterms:created>
  <dcterms:modified xsi:type="dcterms:W3CDTF">2026-09-05T21:08:52Z</dcterms:modified>
</cp:coreProperties>
</file>